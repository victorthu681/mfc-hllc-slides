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我们接着来看 HLLC 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分三块来讲：先看 HLLC 在物理上算的是什么，再看 GPU 上怎么算，最后简单说一下性能。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（直接翻页。）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上一位同学讲了 WENO 是怎么求出界面两侧的值的。HLLC 就是拿着 WENO 的结果，也就是两侧的值，去求极短时间内穿过界面的物理量，也就是通量。</a:t>
            </a:r>
          </a:p>
          <a:p>
            <a:r>
              <a:t>这个问题本质上是一个一维激波管问题。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假设有一根管子，左右两边是不同的气体，中间用一层薄膜隔开。突然把薄膜抽掉，极短时间内会发生什么？</a:t>
            </a:r>
          </a:p>
          <a:p>
            <a:r>
              <a:t>可以看最下面的密度图：</a:t>
            </a:r>
          </a:p>
          <a:p>
            <a:r>
              <a:t>• 最外面两侧，是还没受到影响的气体；</a:t>
            </a:r>
          </a:p>
          <a:p>
            <a:r>
              <a:t>• 中间这条紫色虚线是接触面，左右两边的气体不会混合，它在压力作用下被推向右边；</a:t>
            </a:r>
          </a:p>
          <a:p>
            <a:r>
              <a:t>• 接触面两侧各有一段密度持平的区域，叫星区；</a:t>
            </a:r>
          </a:p>
          <a:p>
            <a:r>
              <a:t>• 左星区再往左，是一段平滑下降的曲线，这就是稀疏波。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把它理解成抽掉薄膜的那一刻，同时向两边发出的一组波：左边是稀疏波，对应刚才那段下降的曲线；中间是接触间断，也就是两种气体的分界线；右边是激波。接触间断和稀疏波之间是左星区，和激波之间是右星区。</a:t>
            </a:r>
          </a:p>
          <a:p>
            <a:r>
              <a:t>还有一点很关键：界面，也就是原来薄膜的位置，一直落在左星区里。所以界面上的通量，就是左星区里气体的通量。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真实情况比较复杂。HLLC 是一个近似算法，用简化的办法算出相近的结果。它的简化思路有三点：</a:t>
            </a:r>
          </a:p>
          <a:p>
            <a:r>
              <a:t>• 波系简化：稀疏波本来是一族波，直接换成最快的那一道，再加上接触间断和激波，一共三道波；</a:t>
            </a:r>
          </a:p>
          <a:p>
            <a:r>
              <a:t>• 区域划分：三道波把空间分成四块，左右两块还没被波及；中间是左星区，相当于把稀疏波区和左星区合成了一块，再就是右星区；</a:t>
            </a:r>
          </a:p>
          <a:p>
            <a:r>
              <a:t>• 状态假设：每一块里的气体状态完全均匀，密度、速度、压强都一样；接触间断两侧的气体紧贴在一起，所以速度和压强也相同。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下面是求解步骤。第一步，确定波速，用它来定位各个区域。波速可以用这两条公式估算，先求出左波和右波的速度。</a:t>
            </a:r>
          </a:p>
          <a:p>
            <a:r>
              <a:t>扰动在气体里以声速传播，声速 c = √(γp/ρ)。气体自己以速度 u 流动的话，往左的信号速度是 u − c，往右是 u + c。左右两边各算一遍，取跑得最快的：左波取两个 u − c 里更小的，右波取两个 u + c 里更大的。这里两道波都以 1.183 往外跑。中间接触面的速度，要到第三步才求出来。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第二步，根据波速，算出两边被波及的气体有多少质量。</a:t>
            </a:r>
          </a:p>
          <a:p>
            <a:r>
              <a:t>看上面这一行的斜线部分：左波一个单位时间往左推进 1.183，这段里密度为 1 的气体全被扫进左星区，质量就是 1.183；右边的气体稀，同样的长度只扫进 0.148。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第三步，列方程。设星区的速度为 S*、压强为 p*。扫进来的气体原来是静止的，进了星区要以 S* 运动，推它的力来自两边的压力差。对左右两个星区各用一次牛顿第二定律，就列出两个方程。两式一加，p* 消掉，解出速度 S*，也就是接触间断的速度，是 0.676；再代回去，得到星区压强 0.200。</a:t>
            </a:r>
          </a:p>
          <a:p>
            <a:r>
              <a:t>最后再用质量守恒和能量守恒，求出两个星区的密度和能量。这样，星区的状态就全部解出来了。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因为我们最初的目标是求通量，所以直接取界面所在区域的通量就行，现在这种情况就是左星区。把求出的星区速度、压强、密度和能量代进公式，就得到质量通量、动量通量和能量通量。</a:t>
            </a:r>
          </a:p>
          <a:p>
            <a:r>
              <a:t>界面落在哪一块，只要看三道波速的正负。像 Sod 这种情况，界面总是落在左星区或右星区，看接触面往哪边走。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这张图是用我们的 MFC 算出来的一维激波管结果，和理论解几乎完全重合，只是间断被抹开了两三个网格。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接下来看一下 GPU 上是怎么执行 HLLC kernel 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首先，一个线程负责一个界面。它先去拿到需要的左侧状态和右侧状态，然后用刚才的方法把通量算出来，这个计算量其实并不大；算完以后，再把通量写回显存。</a:t>
            </a:r>
          </a:p>
          <a:p>
            <a:r>
              <a:t>这里线程之间是不通信的。唯一的问题是计算强度很低，大概只有 2 FLOP/B，所以是一个很典型的显存墙问题。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刚才我们是从物理上把 HLLC 推了一遍，代码实现稍微有点不一样。我们一步一步来看：</a:t>
            </a:r>
          </a:p>
          <a:p>
            <a:r>
              <a:t>• 第一，读入两侧的状态，这一步是读显存；</a:t>
            </a:r>
          </a:p>
          <a:p>
            <a:r>
              <a:t>• 第二，求混合物的性质，因为左右两边可能不是单一的气体；</a:t>
            </a:r>
          </a:p>
          <a:p>
            <a:r>
              <a:t>• 第三，求出总能量和焓，这也是为了算声速；</a:t>
            </a:r>
          </a:p>
          <a:p>
            <a:r>
              <a:t>• 第四，求出声速。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第五，求出三道波的速度；</a:t>
            </a:r>
          </a:p>
          <a:p>
            <a:r>
              <a:t>• 第六，算出左右两个星区的压缩比，再算出四个开关变量，用来指示界面最终落在哪个区域：左边没被扰动的区域、左星区、右星区，还是右边没被扰动的区域；</a:t>
            </a:r>
          </a:p>
          <a:p>
            <a:r>
              <a:t>• 第七，用一整个算式代替 if-else，直接把通量算出来，写回显存。</a:t>
            </a:r>
          </a:p>
          <a:p>
            <a:r>
              <a:t>注意，前面推导里的扫过质量、星区压强和密度，代码都没有单独算，但结果一模一样。后面两页解释为什么。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秘密在通量的写法上。取一个跨在左波上的盒子：波扫过的那一段，气体从原来的状态变成了星区状态，盒子里多出来的量只能从两端的通量差来。这样就得到：星区通量 = 原来的通量 + 波速 × 跳跃。这就是守恒律，算出来和前面完全一样。好处是：把波速换成 0，就退回原来的通量，正好能当开关用。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于是四种情况可以合成一个式子。四个开关里，xi_M、xi_P 是 0 或 1，看接触面往哪边走，选左边还是右边；s_M、s_P 要么是 0、要么等于波速，决定要不要加星区的修正。为什么不写 if？GPU 上一个 warp 共用一条指令流，相邻界面经常落在不同的情况，写成 if，warp 要把几个分支依次都走一遍；写成一个式子，所有线程执行一样的指令。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最后简单说一下性能。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刚才说了，HLLC 的计算强度只有 2 FLOP/B 左右。放到 roofline 上，它在左边的带宽受限区，远低于 A100 大约 6 的平衡点；WENO 数据复用多，在右边。而且实测离带宽上限还差 3 倍左右，说明连带宽也没跑满。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能做的方向有三个，改动从小到大：一是编译时加 --case-optimization，按算例特化，不用改代码；二是减少每个线程的私有变量，让更多 warp 同时在跑，把带宽跑满；三是把 WENO 和 HLLC 融合成一个 kernel，中间值不落显存。不管走哪条，都要先量清楚再动手，改完回归测试必须不变。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总结一下：物理上，每个界面是一根小激波管，HLLC 用三道波、四块均匀区域去近似，取界面所在区域的通量；代码上，一个线程算一个界面，用开关代替 if，一个式子算出通量；性能上，它是一个典型的显存墙问题。谢谢大家。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留给会后查。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留给会后看。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58368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676656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一个界面上，单位时间流过了多少？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658368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背后的物理 · 代码里怎么算 · 性能瓶颈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658368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SCC26 MFC 组 · 2026 年 10 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411480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-exact-hll-hllc.png"/>
          <p:cNvPicPr>
            <a:picLocks noChangeAspect="1"/>
          </p:cNvPicPr>
          <p:nvPr/>
        </p:nvPicPr>
        <p:blipFill>
          <a:blip r:embed="rId2"/>
          <a:srcRect l="67188" t="12754" r="1562" b="14203"/>
          <a:stretch>
            <a:fillRect/>
          </a:stretch>
        </p:blipFill>
        <p:spPr>
          <a:xfrm>
            <a:off x="7726679" y="1678838"/>
            <a:ext cx="3840480" cy="32260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目录　2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1508760"/>
            <a:ext cx="118872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508760"/>
            <a:ext cx="23774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物理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508760"/>
            <a:ext cx="51206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界面上发生了什么，HLLC 怎么近似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508760"/>
            <a:ext cx="173736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第 4–12 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2423160"/>
            <a:ext cx="10332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2587752"/>
            <a:ext cx="118872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587752"/>
            <a:ext cx="23774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87752"/>
            <a:ext cx="51206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一个线程里怎么把通量算出来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587752"/>
            <a:ext cx="173736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第 14–18 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97280" y="3502152"/>
            <a:ext cx="10332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97280" y="3666744"/>
            <a:ext cx="118872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666744"/>
            <a:ext cx="23774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666744"/>
            <a:ext cx="51206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瓶颈在哪，可以往哪儿改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666744"/>
            <a:ext cx="173736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第 20–21 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7280" y="4581144"/>
            <a:ext cx="10332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7280" y="4745736"/>
            <a:ext cx="118872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2286000" y="4745736"/>
            <a:ext cx="23774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总结与附录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745736"/>
            <a:ext cx="512064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总结、术语表、延伸阅读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745736"/>
            <a:ext cx="173736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第 22–24 页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97280" y="5660136"/>
            <a:ext cx="10332720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35661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第 1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356616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35661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356616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界面上发生了什么，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HLLC 怎么近似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475488"/>
            <a:ext cx="8229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475488"/>
            <a:ext cx="457200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物理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042416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42416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每个界面都是一根小激波管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426464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26464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激波管里的三道波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810512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10512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换成 x–t 图来看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2194560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HLLC：三道直线波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578608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78608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第一步：求左右波速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962656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62656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第二步：扫进多少气体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3346703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46703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第三步：解出 S* 和 p*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730752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30752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取界面所在区域的通量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114800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14800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放进 MFC 的结果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681728"/>
            <a:ext cx="8229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681728"/>
            <a:ext cx="457200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248656"/>
            <a:ext cx="8229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5248656"/>
            <a:ext cx="457200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815584"/>
            <a:ext cx="8229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852160" y="5815584"/>
            <a:ext cx="457200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总结与附录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WENO 给了界面两侧的值，接下来只要解一个个小激波管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物理　4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10-face-rieman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465254"/>
            <a:ext cx="11183111" cy="40189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HLLC 只回答一件事：红线上每单位时间流过多少质量、动量、能量，也就是</a:t>
            </a: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通量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小激波管里发生了什么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物理　5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1-tub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11275" y="1097280"/>
            <a:ext cx="105664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抽掉隔膜后出现三道波：</a:t>
            </a: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稀疏波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接触面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激波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换成 x–t 图：三道波都是从一点出发的直线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物理　6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11-sod-exact.png"/>
          <p:cNvPicPr>
            <a:picLocks noChangeAspect="1"/>
          </p:cNvPicPr>
          <p:nvPr/>
        </p:nvPicPr>
        <p:blipFill>
          <a:blip r:embed="rId2"/>
          <a:srcRect t="4956" b="3363"/>
          <a:stretch>
            <a:fillRect/>
          </a:stretch>
        </p:blipFill>
        <p:spPr>
          <a:xfrm>
            <a:off x="1688409" y="1097280"/>
            <a:ext cx="8812132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界面（原来隔膜的位置）一直落在 ② 里，所以界面通量就是 ② 里气体的通量。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HLLC：三道直线波，四块均匀气体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物理　7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12-exact-hll-hllc.png"/>
          <p:cNvPicPr>
            <a:picLocks noChangeAspect="1"/>
          </p:cNvPicPr>
          <p:nvPr/>
        </p:nvPicPr>
        <p:blipFill>
          <a:blip r:embed="rId2"/>
          <a:srcRect l="67188" t="12754" r="1562" b="14203"/>
          <a:stretch>
            <a:fillRect/>
          </a:stretch>
        </p:blipFill>
        <p:spPr>
          <a:xfrm>
            <a:off x="726077" y="1188720"/>
            <a:ext cx="5497285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1828800"/>
            <a:ext cx="5120640" cy="32918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30000"/>
              </a:lnSpc>
              <a:spcAft>
                <a:spcPts val="260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三道波</a:t>
            </a:r>
            <a:r>
              <a:rPr sz="2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：最快的左波、接触面、右波</a:t>
            </a:r>
          </a:p>
          <a:p>
            <a:pPr algn="l">
              <a:lnSpc>
                <a:spcPct val="130000"/>
              </a:lnSpc>
              <a:spcAft>
                <a:spcPts val="260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四块区域</a:t>
            </a:r>
            <a:r>
              <a:rPr sz="2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：两边没被波及，中间两块是星区</a:t>
            </a:r>
          </a:p>
          <a:p>
            <a:pPr algn="l">
              <a:lnSpc>
                <a:spcPct val="130000"/>
              </a:lnSpc>
              <a:spcAft>
                <a:spcPts val="2600"/>
              </a:spcAft>
            </a:pPr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状态均匀</a:t>
            </a:r>
            <a:r>
              <a:rPr sz="2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：接触面两侧速度、压强相同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精确解要迭代求解，太贵；HLLC 只留三道直线波，剩下的都能直接算出来。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第一步：左右两道波跑多快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物理　8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5-wavespe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098308"/>
            <a:ext cx="11183111" cy="47528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左右两边各算 u ± c，取最快的：S</a:t>
            </a:r>
            <a:r>
              <a:rPr sz="1600" b="0" baseline="-25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L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= −1.183，S</a:t>
            </a:r>
            <a:r>
              <a:rPr sz="1600" b="0" baseline="-25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= 1.183。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第二步：两道波各扫进多少气体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物理　9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13-hllc-sweep.png"/>
          <p:cNvPicPr>
            <a:picLocks noChangeAspect="1"/>
          </p:cNvPicPr>
          <p:nvPr/>
        </p:nvPicPr>
        <p:blipFill>
          <a:blip r:embed="rId2"/>
          <a:srcRect t="7407" b="42593"/>
          <a:stretch>
            <a:fillRect/>
          </a:stretch>
        </p:blipFill>
        <p:spPr>
          <a:xfrm>
            <a:off x="502920" y="1902094"/>
            <a:ext cx="11183111" cy="31452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扫进的质量 = 密度 × 相对速度：左边 1 × 1.183 = 1.183，右边 0.125 × 1.183 = 0.148。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第三步：压力差推着星区走，解出 S</a:t>
            </a:r>
            <a:r>
              <a:rPr sz="2600" b="1" baseline="30000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*</a:t>
            </a: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 和 p</a:t>
            </a:r>
            <a:r>
              <a:rPr sz="2600" b="1" baseline="30000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物理　10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13-hllc-sweep.png"/>
          <p:cNvPicPr>
            <a:picLocks noChangeAspect="1"/>
          </p:cNvPicPr>
          <p:nvPr/>
        </p:nvPicPr>
        <p:blipFill>
          <a:blip r:embed="rId2"/>
          <a:srcRect l="3000" t="57778" r="3000"/>
          <a:stretch>
            <a:fillRect/>
          </a:stretch>
        </p:blipFill>
        <p:spPr>
          <a:xfrm>
            <a:off x="502920" y="2061959"/>
            <a:ext cx="11183111" cy="2825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左右星区各用一次牛顿第二定律，两式相加消掉 p</a:t>
            </a:r>
            <a:r>
              <a:rPr sz="1600" b="0" baseline="30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*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：S</a:t>
            </a:r>
            <a:r>
              <a:rPr sz="1600" b="0" baseline="30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*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= 0.676，p</a:t>
            </a:r>
            <a:r>
              <a:rPr sz="1600" b="0" baseline="300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*</a:t>
            </a: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 = 0.200。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界面落在哪块，就取哪块气体的通量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物理　11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14-hllc-four-cases.png"/>
          <p:cNvPicPr>
            <a:picLocks noChangeAspect="1"/>
          </p:cNvPicPr>
          <p:nvPr/>
        </p:nvPicPr>
        <p:blipFill>
          <a:blip r:embed="rId2"/>
          <a:srcRect b="9143"/>
          <a:stretch>
            <a:fillRect/>
          </a:stretch>
        </p:blipFill>
        <p:spPr>
          <a:xfrm>
            <a:off x="502920" y="1622517"/>
            <a:ext cx="11183111" cy="37044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这里界面落在左星区，代入星区的状态，得到通量 (0.430, 0.491, 1.162)。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放进 MFC：跑 1000 步，和精确解几乎重合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01 物理　12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16-mfc-vs-exact.png"/>
          <p:cNvPicPr>
            <a:picLocks noChangeAspect="1"/>
          </p:cNvPicPr>
          <p:nvPr/>
        </p:nvPicPr>
        <p:blipFill>
          <a:blip r:embed="rId2"/>
          <a:srcRect b="3636"/>
          <a:stretch>
            <a:fillRect/>
          </a:stretch>
        </p:blipFill>
        <p:spPr>
          <a:xfrm>
            <a:off x="711592" y="1097280"/>
            <a:ext cx="10765766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平台值和波的位置都对上；接触面只抹开约 3 个网格，激波约 2 个。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35661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第 2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356616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35661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356616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一个线程里怎么把通量算出来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43584"/>
            <a:ext cx="8229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43584"/>
            <a:ext cx="457200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物理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810512"/>
            <a:ext cx="8229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810512"/>
            <a:ext cx="457200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377440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一个线程算一个界面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761488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61488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读入状态，算到声速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145536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45536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波速、压缩比、开关、通量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3529584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29584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原来的通量 + 波速 × 跳跃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913632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13632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用开关代替 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480560"/>
            <a:ext cx="8229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480560"/>
            <a:ext cx="457200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047488"/>
            <a:ext cx="8229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852160" y="5047488"/>
            <a:ext cx="457200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总结与附录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在 GPU 上：一个线程算一个界面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代码　14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2-thread.png"/>
          <p:cNvPicPr>
            <a:picLocks noChangeAspect="1"/>
          </p:cNvPicPr>
          <p:nvPr/>
        </p:nvPicPr>
        <p:blipFill>
          <a:blip r:embed="rId2"/>
          <a:srcRect t="7037"/>
          <a:stretch>
            <a:fillRect/>
          </a:stretch>
        </p:blipFill>
        <p:spPr>
          <a:xfrm>
            <a:off x="502920" y="1135585"/>
            <a:ext cx="11183111" cy="46782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线程之间不通信；计算强度只有约 2 FLOP/B，是典型的显存墙问题。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代码里一步步算 ①：读入状态，算到声速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代码　15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17-hllc-code-flow.png"/>
          <p:cNvPicPr>
            <a:picLocks noChangeAspect="1"/>
          </p:cNvPicPr>
          <p:nvPr/>
        </p:nvPicPr>
        <p:blipFill>
          <a:blip r:embed="rId2"/>
          <a:srcRect b="52031"/>
          <a:stretch>
            <a:fillRect/>
          </a:stretch>
        </p:blipFill>
        <p:spPr>
          <a:xfrm>
            <a:off x="502920" y="1686586"/>
            <a:ext cx="11183111" cy="357626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读显存 → 混合物性质 → 总能量和焓 → 声速。右栏是 Sod 那个界面上的实际数值。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代码里一步步算 ②：波速 → 开关 → 通量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代码　16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17-hllc-code-flow.png"/>
          <p:cNvPicPr>
            <a:picLocks noChangeAspect="1"/>
          </p:cNvPicPr>
          <p:nvPr/>
        </p:nvPicPr>
        <p:blipFill>
          <a:blip r:embed="rId2"/>
          <a:srcRect t="49531"/>
          <a:stretch>
            <a:fillRect/>
          </a:stretch>
        </p:blipFill>
        <p:spPr>
          <a:xfrm>
            <a:off x="502920" y="1593394"/>
            <a:ext cx="11183111" cy="37626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开关指示界面落在哪一块；最后用一个算式代替 if-else，算出通量写回显存。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代码的写法：星区通量 = 原来的通量 + 波速 × 跳跃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代码　17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18-moving-wave-bal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2920" y="1552622"/>
            <a:ext cx="11183111" cy="384419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这就是守恒律。把波速换成 0，就退回原来的通量。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四种情况一个式子：用开关代替 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代码　18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19-hllc-switchboard.png"/>
          <p:cNvPicPr>
            <a:picLocks noChangeAspect="1"/>
          </p:cNvPicPr>
          <p:nvPr/>
        </p:nvPicPr>
        <p:blipFill>
          <a:blip r:embed="rId2"/>
          <a:srcRect t="9189"/>
          <a:stretch>
            <a:fillRect/>
          </a:stretch>
        </p:blipFill>
        <p:spPr>
          <a:xfrm>
            <a:off x="502920" y="1517675"/>
            <a:ext cx="11183111" cy="39140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所有线程执行同样的指令，不会因为落在不同情况而分支发散。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356616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第 3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356616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356616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356616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瓶颈在哪，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可以往哪儿改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819656"/>
            <a:ext cx="8229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819656"/>
            <a:ext cx="457200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物理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386584"/>
            <a:ext cx="8229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386584"/>
            <a:ext cx="457200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953512"/>
            <a:ext cx="8229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D9770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953512"/>
            <a:ext cx="457200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520440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20440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HLLC 卡在内存带宽上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904488"/>
            <a:ext cx="548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04488"/>
            <a:ext cx="5120640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三个优化方向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471416"/>
            <a:ext cx="82296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852160" y="4471416"/>
            <a:ext cx="4572000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总结与附录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HLLC 卡在内存带宽上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性能　20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3-roof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08075" y="1097280"/>
            <a:ext cx="109728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约 2 FLOP/B，远低于 A100 的平衡点（≈ 6）；实测离带宽上限还差约 3 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往哪儿优化：三个方向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性能　21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4-direction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11592" y="1097280"/>
            <a:ext cx="10765766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989320"/>
            <a:ext cx="11274552" cy="566928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73152" cy="5669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1018520" cy="56692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先用 Nsight Compute 量清楚再动手；改完，回归测试必须不变。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总结　22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82880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11880" cy="7315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29184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2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每个界面是一根小激波管</a:t>
            </a:r>
          </a:p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2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三道直线波、四块气体</a:t>
            </a:r>
          </a:p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2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界面在哪块，就用哪块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82880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222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79" y="1828800"/>
            <a:ext cx="3611880" cy="73152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834640"/>
            <a:ext cx="329184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2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一个线程一个界面</a:t>
            </a:r>
          </a:p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2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原通量 + 波速 × 跳跃</a:t>
            </a:r>
          </a:p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2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开关代替 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2880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222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19" y="1828800"/>
            <a:ext cx="3611880" cy="7315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834640"/>
            <a:ext cx="3291840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2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卡在内存带宽上</a:t>
            </a:r>
          </a:p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2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带宽也只用到约 1/3</a:t>
            </a:r>
          </a:p>
          <a:p>
            <a:pPr algn="l">
              <a:lnSpc>
                <a:spcPct val="120000"/>
              </a:lnSpc>
              <a:spcAft>
                <a:spcPts val="2000"/>
              </a:spcAft>
            </a:pPr>
            <a:r>
              <a:rPr sz="20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•  先测量，再动手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附：几个物理名词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附录　23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5394960"/>
                <a:gridCol w="3017520"/>
              </a:tblGrid>
              <a:tr h="50800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名词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一句话解释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符号 / 代码里的名字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50800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单位时间穿过界面的质量、动量、能量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F，flux_rsx_vf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黎曼问题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两块不同的均匀气体突然接触后怎么演化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每个界面一个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激波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气体被突然压缩的薄层，密度、压力往上跳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右波 S_R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气体逐渐膨胀变稀的扇形区域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左波 S_L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接触面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两团气体的分界：压力、速度相同，密度不同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S*，s_S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星区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外侧两道波之间的两块气体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U*_L、U*_R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扰动在气体里传播的速度，c = √(γp/ρ)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c_L、c_R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Rankine–Hugoniot 条件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跨过一道移动间断的守恒关系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73152" rIns="73152" tIns="36576" bIns="36576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334155"/>
                          </a:solidFill>
                          <a:latin typeface="Consolas"/>
                          <a:ea typeface="Microsoft YaHei"/>
                          <a:cs typeface="Microsoft YaHei"/>
                        </a:rPr>
                        <a:t>F* = F + S(U* − 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347472"/>
            <a:ext cx="82296" cy="4572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9326880" cy="67665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附：想深入的话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310896"/>
            <a:ext cx="21031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附录　24 / 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969264"/>
            <a:ext cx="11274552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371600"/>
            <a:ext cx="1078992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更细的推导和每一步的数值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07899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Consolas"/>
                <a:ea typeface="Microsoft YaHei"/>
                <a:cs typeface="Microsoft YaHei"/>
              </a:rPr>
              <a:t>materials/guides/mfc-timestep-hllc/README.md</a:t>
            </a: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：第 7 节讲物理，第 9 节讲代码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78992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打印出 PPT 里所有数字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7899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Consolas"/>
                <a:ea typeface="Microsoft YaHei"/>
                <a:cs typeface="Microsoft YaHei"/>
              </a:rPr>
              <a:t>materials/guides/mfc-timestep-hllc/sod_walkthrough.py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78992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HLLC 的代码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107899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Consolas"/>
                <a:ea typeface="Microsoft YaHei"/>
                <a:cs typeface="Microsoft YaHei"/>
              </a:rPr>
              <a:t>src/simulation/m_riemann_solver_hllc.fpp</a:t>
            </a: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：主循环 :875，波速 :1097，开关 :1122，通量 :1162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78992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教科书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26280"/>
            <a:ext cx="107899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E. F. Toro, Riemann Solvers and Numerical Methods for Fluid Dynamics, 3rd ed., 2009，第 10 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78992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roofline 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40680"/>
            <a:ext cx="107899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Radhakrishnan 等，Computer Physics Communications，2024（arXiv:2305.09163）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HLLC：一个界面上，单位时间流过了多少？</dc:title>
  <dc:subject/>
  <dc:creator>SCC26 MFC 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